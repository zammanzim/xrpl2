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65" r:id="rId2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55EA-5A29-489C-A2CB-DF2C25EB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69168-1470-4790-9EFC-A467CDCAA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9094F-ADF3-48FF-87B4-CD8C103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EA81F-01DF-4CFB-AD50-B2CEF778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90F6D-F6EA-4504-BA5C-4E4BD45F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270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AB77-125C-4F41-AD3A-7F885F71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4F95-178E-4600-A8DF-BB8C6670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D9936-56B9-4277-9278-DC02FBC2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AA184-83EA-424B-B356-DAE3B3D3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2E73A-58EF-4C74-B63D-1C07BE0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986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3B07A-7E67-495D-BD94-BC585255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CBEFA-302E-46BF-A872-4CCF3035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3DC34-B26F-4CC4-A880-18E9F739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8F6F-2123-4BDB-9E73-DE33C3842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A43ED-540C-42BE-BE29-71528F19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4843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5B6C-9430-448F-B411-8E6A322B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263FF-BBB7-4706-8ED0-44C408792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E9E28-C9B8-4F26-A03A-4C7AD05C7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65439-A360-4522-970D-2C39563D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E5CBC-34C7-4465-9FC0-ED883A3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E85E6-9287-4FA1-81D3-E42AE8AF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3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C54B-0EAD-4D22-AA0D-746A507F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EF16B-4E87-4F7C-9B1F-6791DF47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AC7F5-E365-43F6-AAC3-45D540FD2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418D8-1713-492E-B6D0-255EB6425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6A814-EB6B-4623-BA00-87EA6E0AD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B18C8-CB53-4625-AFD2-5E2CCCE9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9459F-B8F4-4DCC-84E9-AF2DC24E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A7B83-ADB3-4931-8032-404D803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0578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0E28-2139-4374-9B60-A24271E6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EBDAB-D88F-415A-8F3B-243A1E01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04FBD-236D-42A8-862C-FE4D7E10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F709C-65DD-4829-841E-85613CCD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360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1F5BA-E9B4-43EE-B01A-342152D0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5E724-BF88-476B-AF10-157CE3DE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0736-7E6D-43B3-AA2A-45A257A0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680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4FD3-75E3-4657-8871-AA986649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EABD-E23C-4744-BB0E-AAF7C6E9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AE3B6-D1C9-47DF-B678-D4A221803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A1BD7-2CC6-4061-A1AA-E015F0CC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16F07-D5D6-4F7F-BB86-6B06131E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99E15-F585-49D2-9091-D4BBBF47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174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9CA4-71E3-4873-B5AA-1ABE6323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2D842-EDE8-4429-9145-13531FCF0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BF4EA-5AED-46AA-944B-CA56D50F9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FFFB0-B575-4F07-9E23-DB89008A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12059-D961-473A-BAF2-23A0D52D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7BC1B-252E-4ADE-9CDC-5DD6B49C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939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88B3-0275-441D-B85B-CFD6F0DA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D0BB6-353F-43AE-A260-8061E4FF8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DA0BA-C156-4797-B3F9-094B2F60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6AC73-C13B-4F1B-B03D-30D008B1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4BBB-92AA-4417-879D-A630BF1F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492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AD9D3-6D91-48A1-AB93-9ED910D56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B57B2-E17A-4D0B-906D-4453DD02B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B7068-EC2C-441A-8EC1-3DD5162D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482C-80A2-4AF1-AE55-90F69264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03473-2780-432C-BCC1-17345E19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054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4336C-A726-4D1F-B207-93124D96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FEEB6-2435-49D7-AB8B-04A5C0C44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3B1DB-D37E-449D-8E15-8E0A4B9E1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32A41-50A1-4C8F-AE16-47C0C82866E5}" type="datetimeFigureOut">
              <a:rPr lang="id-ID" smtClean="0"/>
              <a:t>24/09/2024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12627-7DBE-4979-A882-F5017CB80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4F37-8F8E-4957-A782-C2BCE3FD2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4C3F8-5038-4E2A-9E71-50283715AF3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391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8578-09F7-4A0E-9840-A40387626F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Bahnschrift SemiBold" panose="020B0502040204020203" pitchFamily="34" charset="0"/>
              </a:rPr>
              <a:t>Pengaruh Agama Hindu Budha dalam kehidupan masyarakat Indonesia</a:t>
            </a:r>
            <a:endParaRPr lang="id-ID" b="1" dirty="0">
              <a:latin typeface="Bahnschrift SemiBol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979E5-7BB9-4AD4-916E-0241156DA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525963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S E J A R A H</a:t>
            </a:r>
          </a:p>
          <a:p>
            <a:endParaRPr lang="en-US" dirty="0"/>
          </a:p>
          <a:p>
            <a:r>
              <a:rPr lang="en-US" dirty="0">
                <a:latin typeface="Bahnschrift SemiBold" panose="020B0502040204020203" pitchFamily="34" charset="0"/>
              </a:rPr>
              <a:t>Riza Puspa Purnama, S.Pd</a:t>
            </a:r>
            <a:endParaRPr lang="id-ID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6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EA3F-C5F5-4808-8F6C-FECAC7834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id-ID" dirty="0">
                <a:latin typeface="Arial Narrow" panose="020B0606020202030204" pitchFamily="34" charset="0"/>
              </a:rPr>
              <a:t>Sebelum agama Hindu dan Budha masuk ke Indonesia, masyarakat lokal menganut kepercayaan animisme dan dinamisme. Namun, setelah masuknya kedua agama tersebut, kehidupan masyarakat pun perlahan-lahan mengalami beberapa perubahan</a:t>
            </a:r>
            <a:r>
              <a:rPr lang="en-US" dirty="0">
                <a:latin typeface="Arial Narrow" panose="020B0606020202030204" pitchFamily="34" charset="0"/>
              </a:rPr>
              <a:t>. Berikut ini merupakan contoh contoh dari pengaruh agama hindu budha dalam kehidupan masyarakat indonesia.</a:t>
            </a:r>
            <a:endParaRPr lang="id-ID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253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CED0-DCFC-444A-88F6-994A8C77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hnschrift SemiBold" panose="020B0502040204020203" pitchFamily="34" charset="0"/>
              </a:rPr>
              <a:t>Dalam Bidang Politik</a:t>
            </a:r>
            <a:endParaRPr lang="id-ID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06188-2AF3-4547-98CD-AA05AB37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id-ID" dirty="0">
                <a:latin typeface="Arial Narrow" panose="020B0606020202030204" pitchFamily="34" charset="0"/>
              </a:rPr>
              <a:t>Sistem pemerintahan yang berlangsung sebelum agama hindu dan budha masuk yaitu </a:t>
            </a:r>
            <a:r>
              <a:rPr lang="en-US" dirty="0">
                <a:latin typeface="Arial Narrow" panose="020B0606020202030204" pitchFamily="34" charset="0"/>
              </a:rPr>
              <a:t>dipimpin oleh</a:t>
            </a:r>
            <a:r>
              <a:rPr lang="id-ID" dirty="0">
                <a:latin typeface="Arial Narrow" panose="020B0606020202030204" pitchFamily="34" charset="0"/>
              </a:rPr>
              <a:t> kepala suku. Dengan adanya pengaruh hindu budha, maka terbentuklah kerajaan-kerajaan yang Hindu-Buddha di Indonesia</a:t>
            </a:r>
            <a:r>
              <a:rPr lang="en-US" dirty="0">
                <a:latin typeface="Arial Narrow" panose="020B0606020202030204" pitchFamily="34" charset="0"/>
              </a:rPr>
              <a:t> yang sistem pemerintahannya semula kepala suku menjadi raja – raja dari kerajaan hindu-budha.</a:t>
            </a:r>
            <a:endParaRPr lang="id-ID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300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F84E-C5E3-4D58-B3E5-E667942D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hnschrift SemiBold" panose="020B0502040204020203" pitchFamily="34" charset="0"/>
              </a:rPr>
              <a:t>Dalam Bidang Agama</a:t>
            </a:r>
            <a:endParaRPr lang="id-ID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9657-F6BB-4FEE-AFAA-40F27FB7A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Arial Narrow" panose="020B0606020202030204" pitchFamily="34" charset="0"/>
              </a:rPr>
              <a:t>Sebelumnya</a:t>
            </a:r>
            <a:r>
              <a:rPr lang="id-ID" dirty="0">
                <a:latin typeface="Arial Narrow" panose="020B0606020202030204" pitchFamily="34" charset="0"/>
              </a:rPr>
              <a:t> masyarakat Indonesia melakukan pemujaan terhadap arwah nenek moyang dan kekuatan-kekuatan benda-benda tertentu serta kekuatan-kekuatan alam. Dengan adanya pengaruh Hindu-Buddha di Indonesia, kepercayaan asli masyarakat Indonesia ini berakulturasi dengan agama Hindu Budha.</a:t>
            </a:r>
          </a:p>
        </p:txBody>
      </p:sp>
    </p:spTree>
    <p:extLst>
      <p:ext uri="{BB962C8B-B14F-4D97-AF65-F5344CB8AC3E}">
        <p14:creationId xmlns:p14="http://schemas.microsoft.com/office/powerpoint/2010/main" val="337670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4C78-9B59-481A-B0F2-6E6CAC21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60337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Bahnschrift SemiBold" panose="020B0502040204020203" pitchFamily="34" charset="0"/>
              </a:rPr>
              <a:t>Dalam Bidang Bahasa dan Sastra</a:t>
            </a:r>
            <a:endParaRPr lang="id-ID" dirty="0">
              <a:latin typeface="Bahnschrift SemiBold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B66C1-6EC0-4754-A8EC-29777032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4850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Arial Narrow" panose="020B0606020202030204" pitchFamily="34" charset="0"/>
              </a:rPr>
              <a:t>M</a:t>
            </a:r>
            <a:r>
              <a:rPr lang="id-ID" dirty="0">
                <a:latin typeface="Arial Narrow" panose="020B0606020202030204" pitchFamily="34" charset="0"/>
              </a:rPr>
              <a:t>asyarakat Indonesia m</a:t>
            </a:r>
            <a:r>
              <a:rPr lang="en-US" dirty="0">
                <a:latin typeface="Arial Narrow" panose="020B0606020202030204" pitchFamily="34" charset="0"/>
              </a:rPr>
              <a:t>engenal </a:t>
            </a:r>
            <a:r>
              <a:rPr lang="id-ID" dirty="0">
                <a:latin typeface="Arial Narrow" panose="020B0606020202030204" pitchFamily="34" charset="0"/>
              </a:rPr>
              <a:t>huruf Pallawa dan bahasa Sanskerta.</a:t>
            </a:r>
          </a:p>
        </p:txBody>
      </p:sp>
    </p:spTree>
    <p:extLst>
      <p:ext uri="{BB962C8B-B14F-4D97-AF65-F5344CB8AC3E}">
        <p14:creationId xmlns:p14="http://schemas.microsoft.com/office/powerpoint/2010/main" val="21516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5C1FEF-6BA9-4C16-ACA9-ED705E95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16" y="392911"/>
            <a:ext cx="9646024" cy="60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20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C561BF-36D2-4791-B61E-F31DCFAAD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2" y="98256"/>
            <a:ext cx="11932022" cy="666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3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1AD7-D4B1-4769-AAEB-306F436E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Dalam Bidang Pendidikan</a:t>
            </a:r>
            <a:endParaRPr lang="id-ID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C19B3-F837-46A2-82F4-A2B58A7DB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Arial Narrow" panose="020B0606020202030204" pitchFamily="34" charset="0"/>
              </a:rPr>
              <a:t>P</a:t>
            </a:r>
            <a:r>
              <a:rPr lang="id-ID" dirty="0">
                <a:latin typeface="Arial Narrow" panose="020B0606020202030204" pitchFamily="34" charset="0"/>
              </a:rPr>
              <a:t>engaruh hindu budha di Indonesia yaitu lahirnya lembaga-lembaga pendidikan. Walaupun lembaga pendidikan yang ada masih sangat sederhana, yaitu hanya mempelajari satu bidang saja( keagamaan). Namun, lembaga pendidikan yang lahir pada masa Hindu-Buddha ini menjadi cikal bakal bagi lahirnya berbagai lembaga pendidikan di Indonesia. </a:t>
            </a:r>
          </a:p>
        </p:txBody>
      </p:sp>
    </p:spTree>
    <p:extLst>
      <p:ext uri="{BB962C8B-B14F-4D97-AF65-F5344CB8AC3E}">
        <p14:creationId xmlns:p14="http://schemas.microsoft.com/office/powerpoint/2010/main" val="1236556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4F78-3F5F-481D-B5EE-7464D548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hnschrift SemiBold" panose="020B0502040204020203" pitchFamily="34" charset="0"/>
              </a:rPr>
              <a:t>Dalam Bidang kesenian</a:t>
            </a:r>
            <a:endParaRPr lang="id-ID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1EC8-CEDA-45C1-916B-1273C7595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id-ID" dirty="0">
                <a:latin typeface="Arial Narrow" panose="020B0606020202030204" pitchFamily="34" charset="0"/>
              </a:rPr>
              <a:t>Sejak </a:t>
            </a:r>
            <a:r>
              <a:rPr lang="en-US" dirty="0">
                <a:latin typeface="Arial Narrow" panose="020B0606020202030204" pitchFamily="34" charset="0"/>
              </a:rPr>
              <a:t>masa</a:t>
            </a:r>
            <a:r>
              <a:rPr lang="id-ID" dirty="0">
                <a:latin typeface="Arial Narrow" panose="020B0606020202030204" pitchFamily="34" charset="0"/>
              </a:rPr>
              <a:t> pra</a:t>
            </a:r>
            <a:r>
              <a:rPr lang="en-US" dirty="0">
                <a:latin typeface="Arial Narrow" panose="020B0606020202030204" pitchFamily="34" charset="0"/>
              </a:rPr>
              <a:t>aksara </a:t>
            </a:r>
            <a:r>
              <a:rPr lang="id-ID" dirty="0">
                <a:latin typeface="Arial Narrow" panose="020B0606020202030204" pitchFamily="34" charset="0"/>
              </a:rPr>
              <a:t>masyarakat Indonesia telah memiliki kemampuan untuk membuat karya </a:t>
            </a:r>
            <a:r>
              <a:rPr lang="en-US" dirty="0">
                <a:latin typeface="Arial Narrow" panose="020B0606020202030204" pitchFamily="34" charset="0"/>
              </a:rPr>
              <a:t>berupa ukiran-ukiran dari batu. Kemudian ketika hindu budha masuk ke indonesia, kemampuan tersebut dipadukan dengan budaya hindu budha, contohnya seperti :</a:t>
            </a:r>
          </a:p>
          <a:p>
            <a:pPr marL="514350" indent="-514350" algn="ctr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Arca</a:t>
            </a:r>
          </a:p>
          <a:p>
            <a:pPr marL="514350" indent="-514350" algn="ctr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Relief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514350" indent="-514350" algn="ctr">
              <a:lnSpc>
                <a:spcPct val="150000"/>
              </a:lnSpc>
              <a:spcBef>
                <a:spcPts val="0"/>
              </a:spcBef>
              <a:buAutoNum type="arabicPeriod"/>
            </a:pPr>
            <a:endParaRPr lang="id-ID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39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1E7512-4C86-47C0-A2DA-DFFCAD94A16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1588339" y="170329"/>
            <a:ext cx="5183187" cy="82391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Bahnschrift SemiBold" panose="020B0502040204020203" pitchFamily="34" charset="0"/>
              </a:rPr>
              <a:t>Relief</a:t>
            </a:r>
            <a:endParaRPr lang="id-ID" dirty="0">
              <a:latin typeface="Bahnschrift SemiBold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73250F-3919-4AD8-B208-3D0B7EF8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12" y="630755"/>
            <a:ext cx="10984575" cy="605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444BF-7FD1-41CA-A732-9A306A00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16" y="589244"/>
            <a:ext cx="1573306" cy="4596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rial Rounded MT Bold" panose="020F0704030504030204" pitchFamily="34" charset="0"/>
              </a:rPr>
              <a:t>Arca</a:t>
            </a:r>
            <a:endParaRPr lang="id-ID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626D5-076E-4183-B45E-BA219EF5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6" y="1293616"/>
            <a:ext cx="4986766" cy="4887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04B738-DD10-46A2-9BCB-1DB7747A4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142" y="1293616"/>
            <a:ext cx="6027942" cy="49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25214-4AB7-47A5-BBAC-213E86E4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729" y="104644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Dalam Bidang Sosial Budaya</a:t>
            </a:r>
            <a:endParaRPr lang="id-ID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C973-CBE9-40C5-A6FF-1A7D756F8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247" y="2506662"/>
            <a:ext cx="105156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Adanya sistem kasta (lapisan masyarakat) menimbulkan perbedaan dalam kehidupan masyarakat 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Penggunaan kalender saka dalam kehidupan sehari-hari</a:t>
            </a:r>
            <a:endParaRPr lang="id-ID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34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084F7A-82E5-4897-88CA-80534D690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6" y="854520"/>
            <a:ext cx="11659625" cy="514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4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3CDC23-A0B7-488F-8768-869369A48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66" y="258687"/>
            <a:ext cx="8521947" cy="634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67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C5BA77-E4D6-4C71-A901-AD0C61E1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58" y="281867"/>
            <a:ext cx="5382713" cy="607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55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3C88-C905-4650-92E8-9FF090A3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075" y="1146175"/>
            <a:ext cx="10515600" cy="1325563"/>
          </a:xfrm>
        </p:spPr>
        <p:txBody>
          <a:bodyPr/>
          <a:lstStyle/>
          <a:p>
            <a:r>
              <a:rPr lang="en-US" dirty="0">
                <a:latin typeface="Bahnschrift SemiBold" panose="020B0502040204020203" pitchFamily="34" charset="0"/>
              </a:rPr>
              <a:t>Dalam Bidang Arsitektur</a:t>
            </a:r>
            <a:endParaRPr lang="id-ID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0F58D-6262-4F5D-B397-6BB9CEB8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2644775"/>
            <a:ext cx="10515600" cy="4351338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id-ID" dirty="0">
                <a:latin typeface="Arial Narrow" panose="020B0606020202030204" pitchFamily="34" charset="0"/>
              </a:rPr>
              <a:t>Pengaruh hindu budha dalam bidang bangunan di Indonesia yang sangat terlihat adanya candi dan stupa</a:t>
            </a:r>
            <a:r>
              <a:rPr lang="en-US" dirty="0">
                <a:latin typeface="Arial Narrow" panose="020B0606020202030204" pitchFamily="34" charset="0"/>
              </a:rPr>
              <a:t> bahkan gapura atau bangunan mengerucut keatas</a:t>
            </a:r>
            <a:endParaRPr lang="id-ID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15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60A70-77FB-4858-87B9-1131568F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69" y="130991"/>
            <a:ext cx="9885231" cy="659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52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D98751-6550-4F45-B557-A0651DD51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2" y="125243"/>
            <a:ext cx="6900097" cy="66075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E25882-96D7-4FD9-A8CF-9538D405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150" y="125243"/>
            <a:ext cx="4796565" cy="660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96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80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5BF4-F34A-4472-B79C-29E2BACC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Kisi-Kisi STS 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877B9-CB17-4AD9-9762-431FF25F5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Kehidupan Masyarakat di Masa Praaksara </a:t>
            </a:r>
          </a:p>
          <a:p>
            <a:r>
              <a:rPr lang="en-US" dirty="0"/>
              <a:t>Masa Batu di Masa Praaksara</a:t>
            </a:r>
          </a:p>
          <a:p>
            <a:r>
              <a:rPr lang="en-US" dirty="0"/>
              <a:t>Ciri-ciri Manusia Praaksara</a:t>
            </a:r>
          </a:p>
          <a:p>
            <a:r>
              <a:rPr lang="en-US" dirty="0"/>
              <a:t>Teori Masuknya Agama Hindu Budha </a:t>
            </a:r>
          </a:p>
          <a:p>
            <a:r>
              <a:rPr lang="en-US" dirty="0"/>
              <a:t>Pengaruh Agama Hindu – Budha dalam kehidupan masyarakat Indonesia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8779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341</Words>
  <Application>Microsoft Office PowerPoint</Application>
  <PresentationFormat>Widescreen</PresentationFormat>
  <Paragraphs>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Narrow</vt:lpstr>
      <vt:lpstr>Arial Rounded MT Bold</vt:lpstr>
      <vt:lpstr>Bahnschrift SemiBold</vt:lpstr>
      <vt:lpstr>Calibri</vt:lpstr>
      <vt:lpstr>Calibri Light</vt:lpstr>
      <vt:lpstr>Office Theme</vt:lpstr>
      <vt:lpstr>Pengaruh Agama Hindu Budha dalam kehidupan masyarakat Indonesia</vt:lpstr>
      <vt:lpstr>PowerPoint Presentation</vt:lpstr>
      <vt:lpstr>Dalam Bidang Politik</vt:lpstr>
      <vt:lpstr>Dalam Bidang Agama</vt:lpstr>
      <vt:lpstr>Dalam Bidang Bahasa dan Sastra</vt:lpstr>
      <vt:lpstr>PowerPoint Presentation</vt:lpstr>
      <vt:lpstr>PowerPoint Presentation</vt:lpstr>
      <vt:lpstr>Dalam Bidang Pendidikan</vt:lpstr>
      <vt:lpstr>Dalam Bidang kesenian</vt:lpstr>
      <vt:lpstr>PowerPoint Presentation</vt:lpstr>
      <vt:lpstr>Arca</vt:lpstr>
      <vt:lpstr>Dalam Bidang Sosial Budaya</vt:lpstr>
      <vt:lpstr>PowerPoint Presentation</vt:lpstr>
      <vt:lpstr>PowerPoint Presentation</vt:lpstr>
      <vt:lpstr>PowerPoint Presentation</vt:lpstr>
      <vt:lpstr>Dalam Bidang Arsitektur</vt:lpstr>
      <vt:lpstr>PowerPoint Presentation</vt:lpstr>
      <vt:lpstr>PowerPoint Presentation</vt:lpstr>
      <vt:lpstr>PowerPoint Presentation</vt:lpstr>
      <vt:lpstr>Kisi-Kisi STS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Pengaruh Agama Hindu Budha dalam kehidupan masyarakat Indonesia</dc:title>
  <dc:creator>Riza Puspa Purnama</dc:creator>
  <cp:lastModifiedBy>Riza Puspa Purnama</cp:lastModifiedBy>
  <cp:revision>8</cp:revision>
  <dcterms:created xsi:type="dcterms:W3CDTF">2024-09-24T13:18:20Z</dcterms:created>
  <dcterms:modified xsi:type="dcterms:W3CDTF">2024-09-24T14:27:43Z</dcterms:modified>
</cp:coreProperties>
</file>